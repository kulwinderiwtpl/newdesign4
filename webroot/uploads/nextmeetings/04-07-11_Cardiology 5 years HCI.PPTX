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Objects="1">
      <p:cViewPr varScale="1">
        <p:scale>
          <a:sx n="100" d="100"/>
          <a:sy n="100" d="100"/>
        </p:scale>
        <p:origin x="-210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docProps/app.xml><?xml version="1.0" encoding="utf-8"?>
<Properties xmlns="http://schemas.openxmlformats.org/officeDocument/2006/extended-properties" xmlns:vt="http://schemas.openxmlformats.org/officeDocument/2006/docPropsVTypes">
  <Template>The London Chest.thmx</Template>
  <TotalTime>0</TotalTime>
  <Words>482</Words>
  <Application>Microsoft Office PowerPoint</Application>
  <PresentationFormat>On-screen Show (4:3)</PresentationFormat>
  <Paragraphs>174</Paragraphs>
  <Slides>33</Slides>
  <Notes>33</Notes>
  <HiddenSlides>0</HiddenSlides>
  <MMClips>32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4" baseType="lpstr">
      <vt:lpstr>The London Chest</vt:lpstr>
      <vt:lpstr>‘The Future is Here!’ – New Methods of non invasive cardiac imaging.</vt:lpstr>
      <vt:lpstr>ACI</vt:lpstr>
      <vt:lpstr>ACI</vt:lpstr>
      <vt:lpstr>ACI</vt:lpstr>
      <vt:lpstr>ACI</vt:lpstr>
      <vt:lpstr>ACI</vt:lpstr>
      <vt:lpstr>ACI</vt:lpstr>
      <vt:lpstr>ACI</vt:lpstr>
      <vt:lpstr>ACI</vt:lpstr>
      <vt:lpstr>ACI</vt:lpstr>
      <vt:lpstr>ACI</vt:lpstr>
      <vt:lpstr>ACI</vt:lpstr>
      <vt:lpstr>ACI</vt:lpstr>
      <vt:lpstr>ACI</vt:lpstr>
      <vt:lpstr>ACI</vt:lpstr>
      <vt:lpstr>ACI</vt:lpstr>
      <vt:lpstr>ACI</vt:lpstr>
      <vt:lpstr>ACI</vt:lpstr>
      <vt:lpstr>ACI</vt:lpstr>
      <vt:lpstr>ACI</vt:lpstr>
      <vt:lpstr>ACI</vt:lpstr>
      <vt:lpstr>ACI</vt:lpstr>
      <vt:lpstr>Slide 23</vt:lpstr>
      <vt:lpstr>ACI</vt:lpstr>
      <vt:lpstr>ACI</vt:lpstr>
      <vt:lpstr>ACI</vt:lpstr>
      <vt:lpstr>ACI</vt:lpstr>
      <vt:lpstr>ACI</vt:lpstr>
      <vt:lpstr>ACI</vt:lpstr>
      <vt:lpstr>ACI</vt:lpstr>
      <vt:lpstr>ACI</vt:lpstr>
      <vt:lpstr>ACI</vt:lpstr>
      <vt:lpstr>Slide 33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Tom Burchell</dc:creator>
  <cp:lastModifiedBy>jcalder</cp:lastModifiedBy>
  <cp:revision>257</cp:revision>
  <dcterms:created xsi:type="dcterms:W3CDTF">2009-05-11T14:46:55Z</dcterms:created>
  <dcterms:modified xsi:type="dcterms:W3CDTF">2011-07-04T08:48:08Z</dcterms:modified>
</cp:coreProperties>
</file>