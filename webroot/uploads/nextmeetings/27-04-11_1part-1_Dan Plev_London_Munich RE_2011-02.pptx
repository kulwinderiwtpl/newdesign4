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0000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14" autoAdjust="0"/>
    <p:restoredTop sz="94679" autoAdjust="0"/>
  </p:normalViewPr>
  <p:slideViewPr>
    <p:cSldViewPr>
      <p:cViewPr>
        <p:scale>
          <a:sx n="50" d="100"/>
          <a:sy n="50" d="100"/>
        </p:scale>
        <p:origin x="-1110" y="-132"/>
      </p:cViewPr>
      <p:guideLst>
        <p:guide orient="horz" pos="2160"/>
        <p:guide pos="30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docProps/app.xml><?xml version="1.0" encoding="utf-8"?>
<Properties xmlns="http://schemas.openxmlformats.org/officeDocument/2006/extended-properties" xmlns:vt="http://schemas.openxmlformats.org/officeDocument/2006/docPropsVTypes">
  <Template>Dan_Blue_Spine</Template>
  <TotalTime>7656</TotalTime>
  <Words>567</Words>
  <Application>Microsoft Office PowerPoint</Application>
  <PresentationFormat>On-screen Show (4:3)</PresentationFormat>
  <Paragraphs>178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Times</vt:lpstr>
      <vt:lpstr>Arial</vt:lpstr>
      <vt:lpstr>Calibri</vt:lpstr>
      <vt:lpstr>Wingdings</vt:lpstr>
      <vt:lpstr>Times New Roman</vt:lpstr>
      <vt:lpstr>Dan_Blue_Spine</vt:lpstr>
      <vt:lpstr>All About The Back</vt:lpstr>
      <vt:lpstr>Spine: Biomechanics</vt:lpstr>
      <vt:lpstr>Sources of spinal pain</vt:lpstr>
      <vt:lpstr>Spine: Sources of Pain in Degenerative Conditions</vt:lpstr>
      <vt:lpstr>The Mind or The Spine-Which goes first?</vt:lpstr>
      <vt:lpstr>Spine: Establishing the  Objective Facts</vt:lpstr>
      <vt:lpstr>XRay-Myelography and  CT-Myelography</vt:lpstr>
      <vt:lpstr>Spine: Establishing the Objective Facts Dynamic MRI</vt:lpstr>
      <vt:lpstr>BUT:  MRI in ASYMPTOMATIC Subjects</vt:lpstr>
      <vt:lpstr>Spine Surgery:  Epidemiology &amp; AEtiology</vt:lpstr>
      <vt:lpstr>Degenerative Disorders of the Adult Spine</vt:lpstr>
      <vt:lpstr>Highest Vulnerability</vt:lpstr>
      <vt:lpstr>Common Causes of chronic LBP associated with degenerative disc disease (DDD)</vt:lpstr>
      <vt:lpstr>MR Imaging and DDD (moderate)</vt:lpstr>
      <vt:lpstr>MR Imaging and DDD (severe)</vt:lpstr>
      <vt:lpstr>Clinical Sx of patients with DDD</vt:lpstr>
      <vt:lpstr>Differentiating Pain as a Sx</vt:lpstr>
      <vt:lpstr>Elimination of Pain Source can be achieved by:</vt:lpstr>
      <vt:lpstr>Surgical Management of the Spine Indications for Intervention</vt:lpstr>
      <vt:lpstr>Annular Tears and Surgical Options</vt:lpstr>
    </vt:vector>
  </TitlesOfParts>
  <Company>Home Use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Assessment and Multi-Disciplinary Management of Spinal Pathologies</dc:title>
  <dc:creator>Jon</dc:creator>
  <cp:lastModifiedBy>root</cp:lastModifiedBy>
  <cp:revision>287</cp:revision>
  <dcterms:created xsi:type="dcterms:W3CDTF">2005-10-22T14:23:14Z</dcterms:created>
  <dcterms:modified xsi:type="dcterms:W3CDTF">2011-02-17T12:30:13Z</dcterms:modified>
</cp:coreProperties>
</file>