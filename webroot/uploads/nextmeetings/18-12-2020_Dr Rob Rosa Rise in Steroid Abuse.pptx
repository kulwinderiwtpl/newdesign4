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A13"/>
    <a:srgbClr val="BFB7B0"/>
    <a:srgbClr val="D7D2CB"/>
    <a:srgbClr val="FF9E0E"/>
    <a:srgbClr val="E04403"/>
    <a:srgbClr val="97CAEB"/>
    <a:srgbClr val="4197CB"/>
    <a:srgbClr val="358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3" autoAdjust="0"/>
    <p:restoredTop sz="94657"/>
  </p:normalViewPr>
  <p:slideViewPr>
    <p:cSldViewPr snapToGrid="0" snapToObjects="1">
      <p:cViewPr varScale="1">
        <p:scale>
          <a:sx n="136" d="100"/>
          <a:sy n="136" d="100"/>
        </p:scale>
        <p:origin x="126" y="228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-2364" y="-102"/>
      </p:cViewPr>
      <p:guideLst>
        <p:guide orient="horz" pos="2880"/>
        <p:guide pos="2160"/>
      </p:guideLst>
    </p:cSldViewPr>
  </p:notesViewPr>
  <p:gridSpacing cx="72008" cy="72008"/>
</p:viewPr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LongProperties xmlns="http://schemas.microsoft.com/office/2006/metadata/longProperties"/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269704E2FC6B4CB23723955AF291C4" ma:contentTypeVersion="11" ma:contentTypeDescription="Create a new document." ma:contentTypeScope="" ma:versionID="e809fb75d6c5bdbfbb1eb2d204502978">
  <xsd:schema xmlns:xsd="http://www.w3.org/2001/XMLSchema" xmlns:xs="http://www.w3.org/2001/XMLSchema" xmlns:p="http://schemas.microsoft.com/office/2006/metadata/properties" xmlns:ns3="c27ba1ab-de7d-470c-80fb-279541e1e2b4" xmlns:ns4="dfb98d17-88ee-460b-a65a-36e718ffd8b6" targetNamespace="http://schemas.microsoft.com/office/2006/metadata/properties" ma:root="true" ma:fieldsID="8a2bb1146a56f497ef6dc625445e7feb" ns3:_="" ns4:_="">
    <xsd:import namespace="c27ba1ab-de7d-470c-80fb-279541e1e2b4"/>
    <xsd:import namespace="dfb98d17-88ee-460b-a65a-36e718ffd8b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7ba1ab-de7d-470c-80fb-279541e1e2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b98d17-88ee-460b-a65a-36e718ffd8b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0A6B4B-D203-498F-AD30-26AC5CE5BB5A}">
  <ds:schemaRefs>
    <ds:schemaRef ds:uri="c27ba1ab-de7d-470c-80fb-279541e1e2b4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purl.org/dc/terms/"/>
    <ds:schemaRef ds:uri="dfb98d17-88ee-460b-a65a-36e718ffd8b6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B0DB707-37F7-4F39-B238-F4A96C2C3F16}">
  <ds:schemaRefs>
    <ds:schemaRef ds:uri="http://schemas.microsoft.com/office/2006/metadata/longProperties"/>
  </ds:schemaRefs>
</ds:datastoreItem>
</file>

<file path=customXml/itemProps3.xml><?xml version="1.0" encoding="utf-8"?>
<ds:datastoreItem xmlns:ds="http://schemas.openxmlformats.org/officeDocument/2006/customXml" ds:itemID="{7C37E45B-FBEA-49E4-9108-907B90E57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7ba1ab-de7d-470c-80fb-279541e1e2b4"/>
    <ds:schemaRef ds:uri="dfb98d17-88ee-460b-a65a-36e718ffd8b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EC35BE5D-B1B7-4310-BB6A-B47019DAF4F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Pacific Life Re_Slide Template (20)</Template>
  <TotalTime>3</TotalTime>
  <Words>405</Words>
  <Application>Microsoft Office PowerPoint</Application>
  <DocSecurity>0</DocSecurity>
  <PresentationFormat>On-screen Show (16:10)</PresentationFormat>
  <Paragraphs>101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.AppleSystemUIFont</vt:lpstr>
      <vt:lpstr>Arial</vt:lpstr>
      <vt:lpstr>Calibri</vt:lpstr>
      <vt:lpstr>Century Gothic</vt:lpstr>
      <vt:lpstr>Eras Demi ITC</vt:lpstr>
      <vt:lpstr>Georgia</vt:lpstr>
      <vt:lpstr>Pacific Life Re_Slide Template (20)</vt:lpstr>
      <vt:lpstr>2_Master_no_footer</vt:lpstr>
      <vt:lpstr>Feature Slides</vt:lpstr>
      <vt:lpstr>PowerPoint Presentation</vt:lpstr>
      <vt:lpstr>Agenda </vt:lpstr>
      <vt:lpstr>Social trends</vt:lpstr>
      <vt:lpstr>1990’s to 2010’s size versus aesthetics </vt:lpstr>
      <vt:lpstr>Phases of growth</vt:lpstr>
      <vt:lpstr>Availability</vt:lpstr>
      <vt:lpstr>Reliance </vt:lpstr>
      <vt:lpstr>‘Typical’ course</vt:lpstr>
      <vt:lpstr>Cycling and Stacking</vt:lpstr>
      <vt:lpstr>Injection risks</vt:lpstr>
      <vt:lpstr>Correct Rotation</vt:lpstr>
      <vt:lpstr>Injection Abscesses</vt:lpstr>
      <vt:lpstr>Psychiatric disturbance</vt:lpstr>
      <vt:lpstr>Arimadex (Anastrazole) </vt:lpstr>
      <vt:lpstr>Arimadex (Anastrozole)</vt:lpstr>
      <vt:lpstr>Spironolactone (Aldactone) cutting</vt:lpstr>
      <vt:lpstr>Hyperkalaemia ECG </vt:lpstr>
      <vt:lpstr>Clomiphene bulking</vt:lpstr>
      <vt:lpstr>Gynecomastia and Tamoxifen</vt:lpstr>
      <vt:lpstr>Insulin</vt:lpstr>
      <vt:lpstr>Insulin risk</vt:lpstr>
      <vt:lpstr>Thyroxine cutting</vt:lpstr>
      <vt:lpstr>Aesthetic revolution</vt:lpstr>
      <vt:lpstr>Things to consider</vt:lpstr>
      <vt:lpstr>All ‘good’ things come to an end</vt:lpstr>
      <vt:lpstr>PowerPoint Presentation</vt:lpstr>
    </vt:vector>
  </TitlesOfParts>
  <Company>Pacific Life Re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Seymour, Katie</dc:creator>
  <cp:lastModifiedBy>Catterill Jennifer</cp:lastModifiedBy>
  <cp:revision>8</cp:revision>
  <dcterms:created xsi:type="dcterms:W3CDTF">2018-11-01T09:32:02Z</dcterms:created>
  <dcterms:modified xsi:type="dcterms:W3CDTF">2020-12-18T10:15:29Z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0x010100FD269704E2FC6B4CB23723955AF291C4</vt:lpwstr>
  </property>
  <property fmtid="{D5CDD505-2E9C-101B-9397-08002B2CF9AE}" pid="3" name="_dlc_DocIdItemGuid">
    <vt:lpwstr>2caf6d20-85eb-4644-8282-4b5272ad9cf3</vt:lpwstr>
  </property>
  <property fmtid="{D5CDD505-2E9C-101B-9397-08002B2CF9AE}" pid="4" name="ArchiveRequested">
    <vt:lpwstr>-</vt:lpwstr>
  </property>
  <property fmtid="{D5CDD505-2E9C-101B-9397-08002B2CF9AE}" pid="5" name="DLCPolicyLabelClientValue">
    <vt:lpwstr>{_UIVersionString}</vt:lpwstr>
  </property>
  <property fmtid="{D5CDD505-2E9C-101B-9397-08002B2CF9AE}" pid="6" name="Shared Doc">
    <vt:lpwstr>No</vt:lpwstr>
  </property>
  <property fmtid="{D5CDD505-2E9C-101B-9397-08002B2CF9AE}" pid="7" name="DLCPolicyLabelLock">
    <vt:lpwstr/>
  </property>
  <property fmtid="{D5CDD505-2E9C-101B-9397-08002B2CF9AE}" pid="8" name="_dlc_DocId">
    <vt:lpwstr>PLRE18-139918764-5</vt:lpwstr>
  </property>
  <property fmtid="{D5CDD505-2E9C-101B-9397-08002B2CF9AE}" pid="9" name="_dlc_DocIdUrl">
    <vt:lpwstr>http://sharepoint/Shared/Templates/_layouts/15/DocIdRedir.aspx?ID=PLRE18-139918764-5, PLRE18-139918764-5</vt:lpwstr>
  </property>
  <property fmtid="{D5CDD505-2E9C-101B-9397-08002B2CF9AE}" pid="10" name="DLCPolicyLabelValue">
    <vt:lpwstr>1.3</vt:lpwstr>
  </property>
  <property fmtid="{D5CDD505-2E9C-101B-9397-08002B2CF9AE}" pid="11" name="Doc Comment">
    <vt:lpwstr/>
  </property>
  <property fmtid="{D5CDD505-2E9C-101B-9397-08002B2CF9AE}" pid="12" name="MSIP_Label_9a7ed875-cb67-40d7-9ea6-a804b08b1148_Enabled">
    <vt:lpwstr>True</vt:lpwstr>
  </property>
  <property fmtid="{D5CDD505-2E9C-101B-9397-08002B2CF9AE}" pid="13" name="MSIP_Label_9a7ed875-cb67-40d7-9ea6-a804b08b1148_SiteId">
    <vt:lpwstr>473672ba-cd07-4371-a2ae-788b4c61840e</vt:lpwstr>
  </property>
  <property fmtid="{D5CDD505-2E9C-101B-9397-08002B2CF9AE}" pid="14" name="MSIP_Label_9a7ed875-cb67-40d7-9ea6-a804b08b1148_Owner">
    <vt:lpwstr>rob.rosa@uk.zurich.com</vt:lpwstr>
  </property>
  <property fmtid="{D5CDD505-2E9C-101B-9397-08002B2CF9AE}" pid="15" name="MSIP_Label_9a7ed875-cb67-40d7-9ea6-a804b08b1148_SetDate">
    <vt:lpwstr>2020-11-15T16:51:58.5279551Z</vt:lpwstr>
  </property>
  <property fmtid="{D5CDD505-2E9C-101B-9397-08002B2CF9AE}" pid="16" name="MSIP_Label_9a7ed875-cb67-40d7-9ea6-a804b08b1148_Name">
    <vt:lpwstr>Public</vt:lpwstr>
  </property>
  <property fmtid="{D5CDD505-2E9C-101B-9397-08002B2CF9AE}" pid="17" name="MSIP_Label_9a7ed875-cb67-40d7-9ea6-a804b08b1148_Application">
    <vt:lpwstr>Microsoft Azure Information Protection</vt:lpwstr>
  </property>
  <property fmtid="{D5CDD505-2E9C-101B-9397-08002B2CF9AE}" pid="18" name="MSIP_Label_9a7ed875-cb67-40d7-9ea6-a804b08b1148_ActionId">
    <vt:lpwstr>df8fdf84-f2a4-46e9-8e55-03d4ec0875db</vt:lpwstr>
  </property>
  <property fmtid="{D5CDD505-2E9C-101B-9397-08002B2CF9AE}" pid="19" name="MSIP_Label_9a7ed875-cb67-40d7-9ea6-a804b08b1148_Extended_MSFT_Method">
    <vt:lpwstr>Manual</vt:lpwstr>
  </property>
  <property fmtid="{D5CDD505-2E9C-101B-9397-08002B2CF9AE}" pid="20" name="Sensitivity">
    <vt:lpwstr>Public</vt:lpwstr>
  </property>
  <property fmtid="{D5CDD505-2E9C-101B-9397-08002B2CF9AE}" pid="21" name="TitusGUID">
    <vt:lpwstr>55daf707-d974-4790-a47f-3574cfcd6c11</vt:lpwstr>
  </property>
  <property fmtid="{D5CDD505-2E9C-101B-9397-08002B2CF9AE}" pid="22" name="AvivaClassification">
    <vt:lpwstr>Aviva-Pub1ic</vt:lpwstr>
  </property>
</Properties>
</file>